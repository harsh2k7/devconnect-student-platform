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DEVCONNECT STUDENT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Complete Project Report &amp; Presentation</a:t>
            </a:r>
          </a:p>
          <a:p>
            <a:pPr algn="ctr">
              <a:defRPr sz="1700"/>
            </a:pPr>
            <a:r>
              <a:t>Java Servlets • JSP • MySQL • JDBC • Apache Tomcat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DevConnect is a student-focused platform for discovering projects, building teams, posting ideas and managing applications.</a:t>
            </a:r>
          </a:p>
          <a:p>
            <a:pPr>
              <a:spcAft>
                <a:spcPts val="800"/>
              </a:spcAft>
              <a:defRPr sz="1700"/>
            </a:pPr>
            <a:r>
              <a:t>Separate Student and Admin experiences are provided.</a:t>
            </a:r>
          </a:p>
          <a:p>
            <a:pPr>
              <a:spcAft>
                <a:spcPts val="800"/>
              </a:spcAft>
              <a:defRPr sz="1700"/>
            </a:pPr>
            <a:r>
              <a:t>Java Servlets, JSP, JDBC and MySQL form the core application stack.</a:t>
            </a:r>
          </a:p>
          <a:p>
            <a:pPr>
              <a:spcAft>
                <a:spcPts val="800"/>
              </a:spcAft>
              <a:defRPr sz="1700"/>
            </a:pPr>
            <a:r>
              <a:t>Apache Tomcat 10 hosts the web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Students need one place to discover engineering projects and teammates.</a:t>
            </a:r>
          </a:p>
          <a:p>
            <a:pPr>
              <a:spcAft>
                <a:spcPts val="800"/>
              </a:spcAft>
              <a:defRPr sz="1700"/>
            </a:pPr>
            <a:r>
              <a:t>Project owners need a way to post ideas and receive applications.</a:t>
            </a:r>
          </a:p>
          <a:p>
            <a:pPr>
              <a:spcAft>
                <a:spcPts val="800"/>
              </a:spcAft>
              <a:defRPr sz="1700"/>
            </a:pPr>
            <a:r>
              <a:t>Administrators need platform-level visibility and control.</a:t>
            </a:r>
          </a:p>
          <a:p>
            <a:pPr>
              <a:spcAft>
                <a:spcPts val="800"/>
              </a:spcAft>
              <a:defRPr sz="1700"/>
            </a:pPr>
            <a:r>
              <a:t>DevConnect combines these activities in one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Student registration and login.</a:t>
            </a:r>
          </a:p>
          <a:p>
            <a:pPr>
              <a:spcAft>
                <a:spcPts val="800"/>
              </a:spcAft>
              <a:defRPr sz="1700"/>
            </a:pPr>
            <a:r>
              <a:t>Role-based Student/Admin access.</a:t>
            </a:r>
          </a:p>
          <a:p>
            <a:pPr>
              <a:spcAft>
                <a:spcPts val="800"/>
              </a:spcAft>
              <a:defRPr sz="1700"/>
            </a:pPr>
            <a:r>
              <a:t>Project marketplace and search.</a:t>
            </a:r>
          </a:p>
          <a:p>
            <a:pPr>
              <a:spcAft>
                <a:spcPts val="800"/>
              </a:spcAft>
              <a:defRPr sz="1700"/>
            </a:pPr>
            <a:r>
              <a:t>Post and manage projects.</a:t>
            </a:r>
          </a:p>
          <a:p>
            <a:pPr>
              <a:spcAft>
                <a:spcPts val="800"/>
              </a:spcAft>
              <a:defRPr sz="1700"/>
            </a:pPr>
            <a:r>
              <a:t>Apply to projects and manage applications.</a:t>
            </a:r>
          </a:p>
          <a:p>
            <a:pPr>
              <a:spcAft>
                <a:spcPts val="800"/>
              </a:spcAft>
              <a:defRPr sz="1700"/>
            </a:pPr>
            <a:r>
              <a:t>Student profiles with college and skills.</a:t>
            </a:r>
          </a:p>
          <a:p>
            <a:pPr>
              <a:spcAft>
                <a:spcPts val="800"/>
              </a:spcAft>
              <a:defRPr sz="1700"/>
            </a:pPr>
            <a:r>
              <a:t>Administrative management of platform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Users &amp;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Student: register, login, dashboard, marketplace, post project, my projects, profile and applications.</a:t>
            </a:r>
          </a:p>
          <a:p>
            <a:pPr>
              <a:spcAft>
                <a:spcPts val="800"/>
              </a:spcAft>
              <a:defRPr sz="1700"/>
            </a:pPr>
            <a:r>
              <a:t>Admin: administrative login and platform management.</a:t>
            </a:r>
          </a:p>
          <a:p>
            <a:pPr>
              <a:spcAft>
                <a:spcPts val="800"/>
              </a:spcAft>
              <a:defRPr sz="1700"/>
            </a:pPr>
            <a:r>
              <a:t>Sessions identify the logged-in user and role.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Frontend: JSP, HTML, CSS, JavaScript.</a:t>
            </a:r>
          </a:p>
          <a:p>
            <a:pPr>
              <a:spcAft>
                <a:spcPts val="800"/>
              </a:spcAft>
              <a:defRPr sz="1700"/>
            </a:pPr>
            <a:r>
              <a:t>Backend: Java Servlet.</a:t>
            </a:r>
          </a:p>
          <a:p>
            <a:pPr>
              <a:spcAft>
                <a:spcPts val="800"/>
              </a:spcAft>
              <a:defRPr sz="1700"/>
            </a:pPr>
            <a:r>
              <a:t>Database: MySQL.</a:t>
            </a:r>
          </a:p>
          <a:p>
            <a:pPr>
              <a:spcAft>
                <a:spcPts val="800"/>
              </a:spcAft>
              <a:defRPr sz="1700"/>
            </a:pPr>
            <a:r>
              <a:t>Connectivity: JDBC.</a:t>
            </a:r>
          </a:p>
          <a:p>
            <a:pPr>
              <a:spcAft>
                <a:spcPts val="800"/>
              </a:spcAft>
              <a:defRPr sz="1700"/>
            </a:pPr>
            <a:r>
              <a:t>Server: Apache Tomcat 10.0.23.</a:t>
            </a:r>
          </a:p>
          <a:p>
            <a:pPr>
              <a:spcAft>
                <a:spcPts val="800"/>
              </a:spcAft>
              <a:defRPr sz="1700"/>
            </a:pPr>
            <a:r>
              <a:t>Development: VS Code and PowerShell command line.</a:t>
            </a:r>
          </a:p>
          <a:p>
            <a:pPr>
              <a:spcAft>
                <a:spcPts val="800"/>
              </a:spcAft>
              <a:defRPr sz="1700"/>
            </a:pPr>
            <a:r>
              <a:t>Java source is compiled with javac into WEB-INF/classes.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Browser → JSP/HTML/CSS/JavaScript → Java Servlet → JDBC → MySQL.</a:t>
            </a:r>
          </a:p>
          <a:p>
            <a:pPr>
              <a:spcAft>
                <a:spcPts val="800"/>
              </a:spcAft>
              <a:defRPr sz="1700"/>
            </a:pPr>
            <a:r>
              <a:t>Tomcat executes JSP and Servlet components.</a:t>
            </a:r>
          </a:p>
          <a:p>
            <a:pPr>
              <a:spcAft>
                <a:spcPts val="800"/>
              </a:spcAft>
              <a:defRPr sz="1700"/>
            </a:pPr>
            <a:r>
              <a:t>JSP pages display application/database information.</a:t>
            </a:r>
          </a:p>
          <a:p>
            <a:pPr>
              <a:spcAft>
                <a:spcPts val="800"/>
              </a:spcAft>
              <a:defRPr sz="1700"/>
            </a:pPr>
            <a:r>
              <a:t>Servlets process authentication, registration, projects and applications.</a:t>
            </a:r>
          </a:p>
          <a:p>
            <a:pPr>
              <a:spcAft>
                <a:spcPts val="800"/>
              </a:spcAft>
              <a:defRPr sz="1700"/>
            </a:pPr>
            <a:r>
              <a:t>MySQL stores users, projects and project requests.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Complete System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Open DevConnect → startup animation → login page.</a:t>
            </a:r>
          </a:p>
          <a:p>
            <a:pPr>
              <a:spcAft>
                <a:spcPts val="800"/>
              </a:spcAft>
              <a:defRPr sz="1700"/>
            </a:pPr>
            <a:r>
              <a:t>Enter email/password → LoginServlet → MySQL validation.</a:t>
            </a:r>
          </a:p>
          <a:p>
            <a:pPr>
              <a:spcAft>
                <a:spcPts val="800"/>
              </a:spcAft>
              <a:defRPr sz="1700"/>
            </a:pPr>
            <a:r>
              <a:t>Invalid login → error message.</a:t>
            </a:r>
          </a:p>
          <a:p>
            <a:pPr>
              <a:spcAft>
                <a:spcPts val="800"/>
              </a:spcAft>
              <a:defRPr sz="1700"/>
            </a:pPr>
            <a:r>
              <a:t>Valid login → session creation → role check.</a:t>
            </a:r>
          </a:p>
          <a:p>
            <a:pPr>
              <a:spcAft>
                <a:spcPts val="800"/>
              </a:spcAft>
              <a:defRPr sz="1700"/>
            </a:pPr>
            <a:r>
              <a:t>Student → Student Dashboard; Admin → Admin Dashboard.</a:t>
            </a:r>
          </a:p>
          <a:p>
            <a:pPr>
              <a:spcAft>
                <a:spcPts val="800"/>
              </a:spcAft>
              <a:defRPr sz="1700"/>
            </a:pPr>
            <a:r>
              <a:t>Student can browse/post projects, manage applications and profile.</a:t>
            </a:r>
          </a:p>
          <a:p>
            <a:pPr>
              <a:spcAft>
                <a:spcPts val="800"/>
              </a:spcAft>
              <a:defRPr sz="1700"/>
            </a:pPr>
            <a:r>
              <a:t>Logout → session termination.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Registration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Registration page collects name, email, password, college and skills.</a:t>
            </a:r>
          </a:p>
          <a:p>
            <a:pPr>
              <a:spcAft>
                <a:spcPts val="800"/>
              </a:spcAft>
              <a:defRPr sz="1700"/>
            </a:pPr>
            <a:r>
              <a:t>RegisterServlet receives the request.</a:t>
            </a:r>
          </a:p>
          <a:p>
            <a:pPr>
              <a:spcAft>
                <a:spcPts val="800"/>
              </a:spcAft>
              <a:defRPr sz="1700"/>
            </a:pPr>
            <a:r>
              <a:t>JDBC inserts the user into users.</a:t>
            </a:r>
          </a:p>
          <a:p>
            <a:pPr>
              <a:spcAft>
                <a:spcPts val="800"/>
              </a:spcAft>
              <a:defRPr sz="1700"/>
            </a:pPr>
            <a:r>
              <a:t>Email is unique.</a:t>
            </a:r>
          </a:p>
          <a:p>
            <a:pPr>
              <a:spcAft>
                <a:spcPts val="800"/>
              </a:spcAft>
              <a:defRPr sz="1700"/>
            </a:pPr>
            <a:r>
              <a:t>Role defaults to STUDENT in the database design shown.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Login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Login form sends email/password to LoginServlet.</a:t>
            </a:r>
          </a:p>
          <a:p>
            <a:pPr>
              <a:spcAft>
                <a:spcPts val="800"/>
              </a:spcAft>
              <a:defRPr sz="1700"/>
            </a:pPr>
            <a:r>
              <a:t>PreparedStatement checks users.</a:t>
            </a:r>
          </a:p>
          <a:p>
            <a:pPr>
              <a:spcAft>
                <a:spcPts val="800"/>
              </a:spcAft>
              <a:defRPr sz="1700"/>
            </a:pPr>
            <a:r>
              <a:t>Successful login stores userId, userName and userRole in session.</a:t>
            </a:r>
          </a:p>
          <a:p>
            <a:pPr>
              <a:spcAft>
                <a:spcPts val="800"/>
              </a:spcAft>
              <a:defRPr sz="1700"/>
            </a:pPr>
            <a:r>
              <a:t>Admin redirects to admin_dashboard.jsp.</a:t>
            </a:r>
          </a:p>
          <a:p>
            <a:pPr>
              <a:spcAft>
                <a:spcPts val="800"/>
              </a:spcAft>
              <a:defRPr sz="1700"/>
            </a:pPr>
            <a:r>
              <a:t>Student redirects to student_dashboard.jsp.</a:t>
            </a:r>
          </a:p>
          <a:p>
            <a:pPr>
              <a:spcAft>
                <a:spcPts val="800"/>
              </a:spcAft>
              <a:defRPr sz="1700"/>
            </a:pPr>
            <a:r>
              <a:t>Invalid credentials return an error to the login page.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Student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Navigation: Dashboard, Marketplace, Post Project, My Projects, My Profile, Logout.</a:t>
            </a:r>
          </a:p>
          <a:p>
            <a:pPr>
              <a:spcAft>
                <a:spcPts val="800"/>
              </a:spcAft>
              <a:defRPr sz="1700"/>
            </a:pPr>
            <a:r>
              <a:t>Shows project/application summary cards.</a:t>
            </a:r>
          </a:p>
          <a:p>
            <a:pPr>
              <a:spcAft>
                <a:spcPts val="800"/>
              </a:spcAft>
              <a:defRPr sz="1700"/>
            </a:pPr>
            <a:r>
              <a:t>Quick actions open Marketplace, Post Project and Profile.</a:t>
            </a:r>
          </a:p>
          <a:p>
            <a:pPr>
              <a:spcAft>
                <a:spcPts val="800"/>
              </a:spcAft>
              <a:defRPr sz="1700"/>
            </a:pPr>
            <a:r>
              <a:t>Recent projects summarize projects posted by the student.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Displays active projects.</a:t>
            </a:r>
          </a:p>
          <a:p>
            <a:pPr>
              <a:spcAft>
                <a:spcPts val="800"/>
              </a:spcAft>
              <a:defRPr sz="1700"/>
            </a:pPr>
            <a:r>
              <a:t>Search/filter can find technology stacks.</a:t>
            </a:r>
          </a:p>
          <a:p>
            <a:pPr>
              <a:spcAft>
                <a:spcPts val="800"/>
              </a:spcAft>
              <a:defRPr sz="1700"/>
            </a:pPr>
            <a:r>
              <a:t>Project cards show title, description, required skills and lead.</a:t>
            </a:r>
          </a:p>
          <a:p>
            <a:pPr>
              <a:spcAft>
                <a:spcPts val="800"/>
              </a:spcAft>
              <a:defRPr sz="1700"/>
            </a:pPr>
            <a:r>
              <a:t>Join Team sends an application through ProjectServlet.</a:t>
            </a:r>
          </a:p>
          <a:p>
            <a:pPr>
              <a:spcAft>
                <a:spcPts val="800"/>
              </a:spcAft>
              <a:defRPr sz="1700"/>
            </a:pPr>
            <a:r>
              <a:t>Data comes from projects joined with users.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Post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Logged-in student creates a project.</a:t>
            </a:r>
          </a:p>
          <a:p>
            <a:pPr>
              <a:spcAft>
                <a:spcPts val="800"/>
              </a:spcAft>
              <a:defRPr sz="1700"/>
            </a:pPr>
            <a:r>
              <a:t>Typical fields: title, description, required skills.</a:t>
            </a:r>
          </a:p>
          <a:p>
            <a:pPr>
              <a:spcAft>
                <a:spcPts val="800"/>
              </a:spcAft>
              <a:defRPr sz="1700"/>
            </a:pPr>
            <a:r>
              <a:t>posted_by stores the creator ID.</a:t>
            </a:r>
          </a:p>
          <a:p>
            <a:pPr>
              <a:spcAft>
                <a:spcPts val="800"/>
              </a:spcAft>
              <a:defRPr sz="1700"/>
            </a:pPr>
            <a:r>
              <a:t>status controls project state.</a:t>
            </a:r>
          </a:p>
          <a:p>
            <a:pPr>
              <a:spcAft>
                <a:spcPts val="800"/>
              </a:spcAft>
              <a:defRPr sz="1700"/>
            </a:pPr>
            <a:r>
              <a:t>created_at records creation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Project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Join Team creates a record in project_requests.</a:t>
            </a:r>
          </a:p>
          <a:p>
            <a:pPr>
              <a:spcAft>
                <a:spcPts val="800"/>
              </a:spcAft>
              <a:defRPr sz="1700"/>
            </a:pPr>
            <a:r>
              <a:t>project_id identifies the project.</a:t>
            </a:r>
          </a:p>
          <a:p>
            <a:pPr>
              <a:spcAft>
                <a:spcPts val="800"/>
              </a:spcAft>
              <a:defRPr sz="1700"/>
            </a:pPr>
            <a:r>
              <a:t>user_id identifies the applicant.</a:t>
            </a:r>
          </a:p>
          <a:p>
            <a:pPr>
              <a:spcAft>
                <a:spcPts val="800"/>
              </a:spcAft>
              <a:defRPr sz="1700"/>
            </a:pPr>
            <a:r>
              <a:t>status starts as PENDING.</a:t>
            </a:r>
          </a:p>
          <a:p>
            <a:pPr>
              <a:spcAft>
                <a:spcPts val="800"/>
              </a:spcAft>
              <a:defRPr sz="1700"/>
            </a:pPr>
            <a:r>
              <a:t>Project owner reviews applications and can Accept/Decline in the implemented workflow.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My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Shows projects posted by the logged-in student.</a:t>
            </a:r>
          </a:p>
          <a:p>
            <a:pPr>
              <a:spcAft>
                <a:spcPts val="800"/>
              </a:spcAft>
              <a:defRPr sz="1700"/>
            </a:pPr>
            <a:r>
              <a:t>Owner can view project details and received applications.</a:t>
            </a:r>
          </a:p>
          <a:p>
            <a:pPr>
              <a:spcAft>
                <a:spcPts val="800"/>
              </a:spcAft>
              <a:defRPr sz="1700"/>
            </a:pPr>
            <a:r>
              <a:t>Applications can be reviewed and decided.</a:t>
            </a:r>
          </a:p>
          <a:p>
            <a:pPr>
              <a:spcAft>
                <a:spcPts val="800"/>
              </a:spcAft>
              <a:defRPr sz="1700"/>
            </a:pPr>
            <a:r>
              <a:t>Application status is stored in project_requests.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My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Profile represents the student's platform identity.</a:t>
            </a:r>
          </a:p>
          <a:p>
            <a:pPr>
              <a:spcAft>
                <a:spcPts val="800"/>
              </a:spcAft>
              <a:defRPr sz="1700"/>
            </a:pPr>
            <a:r>
              <a:t>Users fields include name, email, college, skills and role.</a:t>
            </a:r>
          </a:p>
          <a:p>
            <a:pPr>
              <a:spcAft>
                <a:spcPts val="800"/>
              </a:spcAft>
              <a:defRPr sz="1700"/>
            </a:pPr>
            <a:r>
              <a:t>Profile information is read from users.</a:t>
            </a:r>
          </a:p>
          <a:p>
            <a:pPr>
              <a:spcAft>
                <a:spcPts val="800"/>
              </a:spcAft>
              <a:defRPr sz="1700"/>
            </a:pPr>
            <a:r>
              <a:t>Profile helps present skills and college information.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Admin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Admin login provides administrative access.</a:t>
            </a:r>
          </a:p>
          <a:p>
            <a:pPr>
              <a:spcAft>
                <a:spcPts val="800"/>
              </a:spcAft>
              <a:defRPr sz="1700"/>
            </a:pPr>
            <a:r>
              <a:t>Admin can manage platform-level users and activity according to implemented controls.</a:t>
            </a:r>
          </a:p>
          <a:p>
            <a:pPr>
              <a:spcAft>
                <a:spcPts val="800"/>
              </a:spcAft>
              <a:defRPr sz="1700"/>
            </a:pPr>
            <a:r>
              <a:t>Administrative operations should verify role/session.</a:t>
            </a:r>
          </a:p>
          <a:p>
            <a:pPr>
              <a:spcAft>
                <a:spcPts val="800"/>
              </a:spcAft>
              <a:defRPr sz="1700"/>
            </a:pPr>
            <a:r>
              <a:t>User/project/event management can be extended through AdminServlet.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Database: devconnect_db.</a:t>
            </a:r>
          </a:p>
          <a:p>
            <a:pPr>
              <a:spcAft>
                <a:spcPts val="800"/>
              </a:spcAft>
              <a:defRPr sz="1700"/>
            </a:pPr>
            <a:r>
              <a:t>users: id, name, email, password, college, skills, role, created_at.</a:t>
            </a:r>
          </a:p>
          <a:p>
            <a:pPr>
              <a:spcAft>
                <a:spcPts val="800"/>
              </a:spcAft>
              <a:defRPr sz="1700"/>
            </a:pPr>
            <a:r>
              <a:t>projects: id, title, description, required_skills, posted_by, status, created_at.</a:t>
            </a:r>
          </a:p>
          <a:p>
            <a:pPr>
              <a:spcAft>
                <a:spcPts val="800"/>
              </a:spcAft>
              <a:defRPr sz="1700"/>
            </a:pPr>
            <a:r>
              <a:t>project_requests: id, project_id, user_id, status, requested_at.</a:t>
            </a:r>
          </a:p>
          <a:p>
            <a:pPr>
              <a:spcAft>
                <a:spcPts val="800"/>
              </a:spcAft>
              <a:defRPr sz="1700"/>
            </a:pPr>
            <a:r>
              <a:t>projects.posted_by → users.id.</a:t>
            </a:r>
          </a:p>
          <a:p>
            <a:pPr>
              <a:spcAft>
                <a:spcPts val="800"/>
              </a:spcAft>
              <a:defRPr sz="1700"/>
            </a:pPr>
            <a:r>
              <a:t>project_requests.project_id → projects.id.</a:t>
            </a:r>
          </a:p>
          <a:p>
            <a:pPr>
              <a:spcAft>
                <a:spcPts val="800"/>
              </a:spcAft>
              <a:defRPr sz="1700"/>
            </a:pPr>
            <a:r>
              <a:t>project_requests.user_id → users.id.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Users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id: primary key, auto increment.</a:t>
            </a:r>
          </a:p>
          <a:p>
            <a:pPr>
              <a:spcAft>
                <a:spcPts val="800"/>
              </a:spcAft>
              <a:defRPr sz="1700"/>
            </a:pPr>
            <a:r>
              <a:t>name: display name.</a:t>
            </a:r>
          </a:p>
          <a:p>
            <a:pPr>
              <a:spcAft>
                <a:spcPts val="800"/>
              </a:spcAft>
              <a:defRPr sz="1700"/>
            </a:pPr>
            <a:r>
              <a:t>email: unique email.</a:t>
            </a:r>
          </a:p>
          <a:p>
            <a:pPr>
              <a:spcAft>
                <a:spcPts val="800"/>
              </a:spcAft>
              <a:defRPr sz="1700"/>
            </a:pPr>
            <a:r>
              <a:t>password: login credential field.</a:t>
            </a:r>
          </a:p>
          <a:p>
            <a:pPr>
              <a:spcAft>
                <a:spcPts val="800"/>
              </a:spcAft>
              <a:defRPr sz="1700"/>
            </a:pPr>
            <a:r>
              <a:t>college: college information.</a:t>
            </a:r>
          </a:p>
          <a:p>
            <a:pPr>
              <a:spcAft>
                <a:spcPts val="800"/>
              </a:spcAft>
              <a:defRPr sz="1700"/>
            </a:pPr>
            <a:r>
              <a:t>skills: skills/technology information.</a:t>
            </a:r>
          </a:p>
          <a:p>
            <a:pPr>
              <a:spcAft>
                <a:spcPts val="800"/>
              </a:spcAft>
              <a:defRPr sz="1700"/>
            </a:pPr>
            <a:r>
              <a:t>role: Student/Admin role.</a:t>
            </a:r>
          </a:p>
          <a:p>
            <a:pPr>
              <a:spcAft>
                <a:spcPts val="800"/>
              </a:spcAft>
              <a:defRPr sz="1700"/>
            </a:pPr>
            <a:r>
              <a:t>created_at: account timestamp.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19. Projects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id: primary key, auto increment.</a:t>
            </a:r>
          </a:p>
          <a:p>
            <a:pPr>
              <a:spcAft>
                <a:spcPts val="800"/>
              </a:spcAft>
              <a:defRPr sz="1700"/>
            </a:pPr>
            <a:r>
              <a:t>title: project title.</a:t>
            </a:r>
          </a:p>
          <a:p>
            <a:pPr>
              <a:spcAft>
                <a:spcPts val="800"/>
              </a:spcAft>
              <a:defRPr sz="1700"/>
            </a:pPr>
            <a:r>
              <a:t>description: project description.</a:t>
            </a:r>
          </a:p>
          <a:p>
            <a:pPr>
              <a:spcAft>
                <a:spcPts val="800"/>
              </a:spcAft>
              <a:defRPr sz="1700"/>
            </a:pPr>
            <a:r>
              <a:t>required_skills: required technologies/skills.</a:t>
            </a:r>
          </a:p>
          <a:p>
            <a:pPr>
              <a:spcAft>
                <a:spcPts val="800"/>
              </a:spcAft>
              <a:defRPr sz="1700"/>
            </a:pPr>
            <a:r>
              <a:t>posted_by: project creator user ID.</a:t>
            </a:r>
          </a:p>
          <a:p>
            <a:pPr>
              <a:spcAft>
                <a:spcPts val="800"/>
              </a:spcAft>
              <a:defRPr sz="1700"/>
            </a:pPr>
            <a:r>
              <a:t>status: project state such as ACTIVE.</a:t>
            </a:r>
          </a:p>
          <a:p>
            <a:pPr>
              <a:spcAft>
                <a:spcPts val="800"/>
              </a:spcAft>
              <a:defRPr sz="1700"/>
            </a:pPr>
            <a:r>
              <a:t>created_at: project timestamp.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20. Project Requests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id: primary key, auto increment.</a:t>
            </a:r>
          </a:p>
          <a:p>
            <a:pPr>
              <a:spcAft>
                <a:spcPts val="800"/>
              </a:spcAft>
              <a:defRPr sz="1700"/>
            </a:pPr>
            <a:r>
              <a:t>project_id: applied project.</a:t>
            </a:r>
          </a:p>
          <a:p>
            <a:pPr>
              <a:spcAft>
                <a:spcPts val="800"/>
              </a:spcAft>
              <a:defRPr sz="1700"/>
            </a:pPr>
            <a:r>
              <a:t>user_id: applicant.</a:t>
            </a:r>
          </a:p>
          <a:p>
            <a:pPr>
              <a:spcAft>
                <a:spcPts val="800"/>
              </a:spcAft>
              <a:defRPr sz="1700"/>
            </a:pPr>
            <a:r>
              <a:t>status: application state, initially PENDING.</a:t>
            </a:r>
          </a:p>
          <a:p>
            <a:pPr>
              <a:spcAft>
                <a:spcPts val="800"/>
              </a:spcAft>
              <a:defRPr sz="1700"/>
            </a:pPr>
            <a:r>
              <a:t>requested_at: application timestamp.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21. Security &amp;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PreparedStatement is used for important database queries.</a:t>
            </a:r>
          </a:p>
          <a:p>
            <a:pPr>
              <a:spcAft>
                <a:spcPts val="800"/>
              </a:spcAft>
              <a:defRPr sz="1700"/>
            </a:pPr>
            <a:r>
              <a:t>HTTP session stores user identity and role.</a:t>
            </a:r>
          </a:p>
          <a:p>
            <a:pPr>
              <a:spcAft>
                <a:spcPts val="800"/>
              </a:spcAft>
              <a:defRPr sz="1700"/>
            </a:pPr>
            <a:r>
              <a:t>Role checks separate Student and Admin destinations.</a:t>
            </a:r>
          </a:p>
          <a:p>
            <a:pPr>
              <a:spcAft>
                <a:spcPts val="800"/>
              </a:spcAft>
              <a:defRPr sz="1700"/>
            </a:pPr>
            <a:r>
              <a:t>Logout should invalidate the session.</a:t>
            </a:r>
          </a:p>
          <a:p>
            <a:pPr>
              <a:spcAft>
                <a:spcPts val="800"/>
              </a:spcAft>
              <a:defRPr sz="1700"/>
            </a:pPr>
            <a:r>
              <a:t>For production, database credentials should be protected outside source code.</a:t>
            </a:r>
          </a:p>
          <a:p>
            <a:pPr>
              <a:spcAft>
                <a:spcPts val="800"/>
              </a:spcAft>
              <a:defRPr sz="1700"/>
            </a:pPr>
            <a:r>
              <a:t>Production authentication should use password hashing rather than plain-text comparison.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22. Error Handling &amp;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Database errors can produce JDBC/SQL exceptions.</a:t>
            </a:r>
          </a:p>
          <a:p>
            <a:pPr>
              <a:spcAft>
                <a:spcPts val="800"/>
              </a:spcAft>
              <a:defRPr sz="1700"/>
            </a:pPr>
            <a:r>
              <a:t>Java/JSP column names must match the actual MySQL schema.</a:t>
            </a:r>
          </a:p>
          <a:p>
            <a:pPr>
              <a:spcAft>
                <a:spcPts val="800"/>
              </a:spcAft>
              <a:defRPr sz="1700"/>
            </a:pPr>
            <a:r>
              <a:t>Current schema alignment: users.name, projects.posted_by and project_requests.user_id.</a:t>
            </a:r>
          </a:p>
          <a:p>
            <a:pPr>
              <a:spcAft>
                <a:spcPts val="800"/>
              </a:spcAft>
              <a:defRPr sz="1700"/>
            </a:pPr>
            <a:r>
              <a:t>HTTP 405 occurs when a POST-only Servlet is opened using GET.</a:t>
            </a:r>
          </a:p>
          <a:p>
            <a:pPr>
              <a:spcAft>
                <a:spcPts val="800"/>
              </a:spcAft>
              <a:defRPr sz="1700"/>
            </a:pPr>
            <a:r>
              <a:t>Java changes require recompilation into WEB-INF/classes.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23. Command-Line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Project: C:\Program Files (x86)\Apache Software Foundation\Tomcat 10.0\webapps\MyProject</a:t>
            </a:r>
          </a:p>
          <a:p>
            <a:pPr>
              <a:spcAft>
                <a:spcPts val="800"/>
              </a:spcAft>
              <a:defRPr sz="1700"/>
            </a:pPr>
            <a:r>
              <a:t>Set JAVA_HOME to the installed JDK.</a:t>
            </a:r>
          </a:p>
          <a:p>
            <a:pPr>
              <a:spcAft>
                <a:spcPts val="800"/>
              </a:spcAft>
              <a:defRPr sz="1700"/>
            </a:pPr>
            <a:r>
              <a:t>Compile all sources into WEB-INF/classes using javac and the Servlet API/MySQL connector JARs.</a:t>
            </a:r>
          </a:p>
          <a:p>
            <a:pPr>
              <a:spcAft>
                <a:spcPts val="800"/>
              </a:spcAft>
              <a:defRPr sz="1700"/>
            </a:pPr>
            <a:r>
              <a:t>Verify controller .class files.</a:t>
            </a:r>
          </a:p>
          <a:p>
            <a:pPr>
              <a:spcAft>
                <a:spcPts val="800"/>
              </a:spcAft>
              <a:defRPr sz="1700"/>
            </a:pPr>
            <a:r>
              <a:t>Restart Tomcat with shutdown.bat and catalina.bat run.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24. Local Network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localhost works on the Tomcat PC.</a:t>
            </a:r>
          </a:p>
          <a:p>
            <a:pPr>
              <a:spcAft>
                <a:spcPts val="800"/>
              </a:spcAft>
              <a:defRPr sz="1700"/>
            </a:pPr>
            <a:r>
              <a:t>Another device on the same network can use the PC IPv4 address with port 8080.</a:t>
            </a:r>
          </a:p>
          <a:p>
            <a:pPr>
              <a:spcAft>
                <a:spcPts val="800"/>
              </a:spcAft>
              <a:defRPr sz="1700"/>
            </a:pPr>
            <a:r>
              <a:t>Example: http://10.x.x.x:8080/MyProject/</a:t>
            </a:r>
          </a:p>
          <a:p>
            <a:pPr>
              <a:spcAft>
                <a:spcPts val="800"/>
              </a:spcAft>
              <a:defRPr sz="1700"/>
            </a:pPr>
            <a:r>
              <a:t>Windows Firewall/network settings may need TCP 8080 access.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25. UI /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Startup animation appears when the application opens.</a:t>
            </a:r>
          </a:p>
          <a:p>
            <a:pPr>
              <a:spcAft>
                <a:spcPts val="800"/>
              </a:spcAft>
              <a:defRPr sz="1700"/>
            </a:pPr>
            <a:r>
              <a:t>Login transition animation can appear after login submission.</a:t>
            </a:r>
          </a:p>
          <a:p>
            <a:pPr>
              <a:spcAft>
                <a:spcPts val="800"/>
              </a:spcAft>
              <a:defRPr sz="1700"/>
            </a:pPr>
            <a:r>
              <a:t>Dashboard provides quick actions and summaries.</a:t>
            </a:r>
          </a:p>
          <a:p>
            <a:pPr>
              <a:spcAft>
                <a:spcPts val="800"/>
              </a:spcAft>
              <a:defRPr sz="1700"/>
            </a:pPr>
            <a:r>
              <a:t>Marketplace uses project cards and skills.</a:t>
            </a:r>
          </a:p>
          <a:p>
            <a:pPr>
              <a:spcAft>
                <a:spcPts val="800"/>
              </a:spcAft>
              <a:defRPr sz="1700"/>
            </a:pPr>
            <a:r>
              <a:t>Use UTF-8 encoding to prevent broken emoji/symbols such as ðŸ“ or âž•.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26. Testing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Register valid user.</a:t>
            </a:r>
          </a:p>
          <a:p>
            <a:pPr>
              <a:spcAft>
                <a:spcPts val="800"/>
              </a:spcAft>
              <a:defRPr sz="1700"/>
            </a:pPr>
            <a:r>
              <a:t>Reject duplicate email.</a:t>
            </a:r>
          </a:p>
          <a:p>
            <a:pPr>
              <a:spcAft>
                <a:spcPts val="800"/>
              </a:spcAft>
              <a:defRPr sz="1700"/>
            </a:pPr>
            <a:r>
              <a:t>Valid student login.</a:t>
            </a:r>
          </a:p>
          <a:p>
            <a:pPr>
              <a:spcAft>
                <a:spcPts val="800"/>
              </a:spcAft>
              <a:defRPr sz="1700"/>
            </a:pPr>
            <a:r>
              <a:t>Invalid login.</a:t>
            </a:r>
          </a:p>
          <a:p>
            <a:pPr>
              <a:spcAft>
                <a:spcPts val="800"/>
              </a:spcAft>
              <a:defRPr sz="1700"/>
            </a:pPr>
            <a:r>
              <a:t>Admin role routing.</a:t>
            </a:r>
          </a:p>
          <a:p>
            <a:pPr>
              <a:spcAft>
                <a:spcPts val="800"/>
              </a:spcAft>
              <a:defRPr sz="1700"/>
            </a:pPr>
            <a:r>
              <a:t>Marketplace displays active projects.</a:t>
            </a:r>
          </a:p>
          <a:p>
            <a:pPr>
              <a:spcAft>
                <a:spcPts val="800"/>
              </a:spcAft>
              <a:defRPr sz="1700"/>
            </a:pPr>
            <a:r>
              <a:t>Apply to project.</a:t>
            </a:r>
          </a:p>
          <a:p>
            <a:pPr>
              <a:spcAft>
                <a:spcPts val="800"/>
              </a:spcAft>
              <a:defRPr sz="1700"/>
            </a:pPr>
            <a:r>
              <a:t>Prevent duplicate application where implemented.</a:t>
            </a:r>
          </a:p>
          <a:p>
            <a:pPr>
              <a:spcAft>
                <a:spcPts val="800"/>
              </a:spcAft>
              <a:defRPr sz="1700"/>
            </a:pPr>
            <a:r>
              <a:t>Owner reviews application.</a:t>
            </a:r>
          </a:p>
          <a:p>
            <a:pPr>
              <a:spcAft>
                <a:spcPts val="800"/>
              </a:spcAft>
              <a:defRPr sz="1700"/>
            </a:pPr>
            <a:r>
              <a:t>Accept/Decline application.</a:t>
            </a:r>
          </a:p>
          <a:p>
            <a:pPr>
              <a:spcAft>
                <a:spcPts val="800"/>
              </a:spcAft>
              <a:defRPr sz="1700"/>
            </a:pPr>
            <a:r>
              <a:t>Profile displays correct data.</a:t>
            </a:r>
          </a:p>
          <a:p>
            <a:pPr>
              <a:spcAft>
                <a:spcPts val="800"/>
              </a:spcAft>
              <a:defRPr sz="1700"/>
            </a:pPr>
            <a:r>
              <a:t>Logout ends session.</a:t>
            </a:r>
          </a:p>
          <a:p>
            <a:pPr>
              <a:spcAft>
                <a:spcPts val="800"/>
              </a:spcAft>
              <a:defRPr sz="1700"/>
            </a:pPr>
            <a:r>
              <a:t>Verify database CRUD operations.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27.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Centralized student project collaboration.</a:t>
            </a:r>
          </a:p>
          <a:p>
            <a:pPr>
              <a:spcAft>
                <a:spcPts val="800"/>
              </a:spcAft>
              <a:defRPr sz="1700"/>
            </a:pPr>
            <a:r>
              <a:t>Simple project discovery.</a:t>
            </a:r>
          </a:p>
          <a:p>
            <a:pPr>
              <a:spcAft>
                <a:spcPts val="800"/>
              </a:spcAft>
              <a:defRPr sz="1700"/>
            </a:pPr>
            <a:r>
              <a:t>Role-based management.</a:t>
            </a:r>
          </a:p>
          <a:p>
            <a:pPr>
              <a:spcAft>
                <a:spcPts val="800"/>
              </a:spcAft>
              <a:defRPr sz="1700"/>
            </a:pPr>
            <a:r>
              <a:t>Database-backed project/application tracking.</a:t>
            </a:r>
          </a:p>
          <a:p>
            <a:pPr>
              <a:spcAft>
                <a:spcPts val="800"/>
              </a:spcAft>
              <a:defRPr sz="1700"/>
            </a:pPr>
            <a:r>
              <a:t>Skills and college can be showcased.</a:t>
            </a:r>
          </a:p>
          <a:p>
            <a:pPr>
              <a:spcAft>
                <a:spcPts val="800"/>
              </a:spcAft>
              <a:defRPr sz="1700"/>
            </a:pPr>
            <a:r>
              <a:t>Project owners can build teams through applications.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28.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Password hashing and secure secret management.</a:t>
            </a:r>
          </a:p>
          <a:p>
            <a:pPr>
              <a:spcAft>
                <a:spcPts val="800"/>
              </a:spcAft>
              <a:defRPr sz="1700"/>
            </a:pPr>
            <a:r>
              <a:t>Email/notification system.</a:t>
            </a:r>
          </a:p>
          <a:p>
            <a:pPr>
              <a:spcAft>
                <a:spcPts val="800"/>
              </a:spcAft>
              <a:defRPr sz="1700"/>
            </a:pPr>
            <a:r>
              <a:t>Real-time team chat.</a:t>
            </a:r>
          </a:p>
          <a:p>
            <a:pPr>
              <a:spcAft>
                <a:spcPts val="800"/>
              </a:spcAft>
              <a:defRPr sz="1700"/>
            </a:pPr>
            <a:r>
              <a:t>File/document sharing.</a:t>
            </a:r>
          </a:p>
          <a:p>
            <a:pPr>
              <a:spcAft>
                <a:spcPts val="800"/>
              </a:spcAft>
              <a:defRPr sz="1700"/>
            </a:pPr>
            <a:r>
              <a:t>Advanced skill matching.</a:t>
            </a:r>
          </a:p>
          <a:p>
            <a:pPr>
              <a:spcAft>
                <a:spcPts val="800"/>
              </a:spcAft>
              <a:defRPr sz="1700"/>
            </a:pPr>
            <a:r>
              <a:t>Admin analytics and audit logs.</a:t>
            </a:r>
          </a:p>
          <a:p>
            <a:pPr>
              <a:spcAft>
                <a:spcPts val="800"/>
              </a:spcAft>
              <a:defRPr sz="1700"/>
            </a:pPr>
            <a:r>
              <a:t>Cloud deployment for public access.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29.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DevConnect connects authentication, profiles, projects, applications and administration.</a:t>
            </a:r>
          </a:p>
          <a:p>
            <a:pPr>
              <a:spcAft>
                <a:spcPts val="800"/>
              </a:spcAft>
              <a:defRPr sz="1700"/>
            </a:pPr>
            <a:r>
              <a:t>The MySQL-backed Java web architecture supports a complete student collaboration workflow.</a:t>
            </a:r>
          </a:p>
          <a:p>
            <a:pPr>
              <a:spcAft>
                <a:spcPts val="800"/>
              </a:spcAft>
              <a:defRPr sz="1700"/>
            </a:pPr>
            <a:r>
              <a:t>The modular design allows future collaboration and career features.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30. Demonstration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Open application and show startup animation.</a:t>
            </a:r>
          </a:p>
          <a:p>
            <a:pPr>
              <a:spcAft>
                <a:spcPts val="800"/>
              </a:spcAft>
              <a:defRPr sz="1700"/>
            </a:pPr>
            <a:r>
              <a:t>Register and login as student.</a:t>
            </a:r>
          </a:p>
          <a:p>
            <a:pPr>
              <a:spcAft>
                <a:spcPts val="800"/>
              </a:spcAft>
              <a:defRPr sz="1700"/>
            </a:pPr>
            <a:r>
              <a:t>Show Dashboard and Profile.</a:t>
            </a:r>
          </a:p>
          <a:p>
            <a:pPr>
              <a:spcAft>
                <a:spcPts val="800"/>
              </a:spcAft>
              <a:defRPr sz="1700"/>
            </a:pPr>
            <a:r>
              <a:t>Open Marketplace and search.</a:t>
            </a:r>
          </a:p>
          <a:p>
            <a:pPr>
              <a:spcAft>
                <a:spcPts val="800"/>
              </a:spcAft>
              <a:defRPr sz="1700"/>
            </a:pPr>
            <a:r>
              <a:t>Apply to a project.</a:t>
            </a:r>
          </a:p>
          <a:p>
            <a:pPr>
              <a:spcAft>
                <a:spcPts val="800"/>
              </a:spcAft>
              <a:defRPr sz="1700"/>
            </a:pPr>
            <a:r>
              <a:t>Post a project.</a:t>
            </a:r>
          </a:p>
          <a:p>
            <a:pPr>
              <a:spcAft>
                <a:spcPts val="800"/>
              </a:spcAft>
              <a:defRPr sz="1700"/>
            </a:pPr>
            <a:r>
              <a:t>Open My Projects and review applications.</a:t>
            </a:r>
          </a:p>
          <a:p>
            <a:pPr>
              <a:spcAft>
                <a:spcPts val="800"/>
              </a:spcAft>
              <a:defRPr sz="1700"/>
            </a:pPr>
            <a:r>
              <a:t>Accept/Decline an application.</a:t>
            </a:r>
          </a:p>
          <a:p>
            <a:pPr>
              <a:spcAft>
                <a:spcPts val="800"/>
              </a:spcAft>
              <a:defRPr sz="1700"/>
            </a:pPr>
            <a:r>
              <a:t>Logout.</a:t>
            </a:r>
          </a:p>
          <a:p>
            <a:pPr>
              <a:spcAft>
                <a:spcPts val="800"/>
              </a:spcAft>
              <a:defRPr sz="1700"/>
            </a:pPr>
            <a:r>
              <a:t>Login as Admin and demonstrate administrative controls.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31. Key Project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index.jsp — login/start page.</a:t>
            </a:r>
          </a:p>
          <a:p>
            <a:pPr>
              <a:spcAft>
                <a:spcPts val="800"/>
              </a:spcAft>
              <a:defRPr sz="1700"/>
            </a:pPr>
            <a:r>
              <a:t>register.jsp — registration page.</a:t>
            </a:r>
          </a:p>
          <a:p>
            <a:pPr>
              <a:spcAft>
                <a:spcPts val="800"/>
              </a:spcAft>
              <a:defRPr sz="1700"/>
            </a:pPr>
            <a:r>
              <a:t>student_dashboard.jsp — student workspace.</a:t>
            </a:r>
          </a:p>
          <a:p>
            <a:pPr>
              <a:spcAft>
                <a:spcPts val="800"/>
              </a:spcAft>
              <a:defRPr sz="1700"/>
            </a:pPr>
            <a:r>
              <a:t>marketplace.jsp — project marketplace.</a:t>
            </a:r>
          </a:p>
          <a:p>
            <a:pPr>
              <a:spcAft>
                <a:spcPts val="800"/>
              </a:spcAft>
              <a:defRPr sz="1700"/>
            </a:pPr>
            <a:r>
              <a:t>admin_dashboard.jsp — admin workspace.</a:t>
            </a:r>
          </a:p>
          <a:p>
            <a:pPr>
              <a:spcAft>
                <a:spcPts val="800"/>
              </a:spcAft>
              <a:defRPr sz="1700"/>
            </a:pPr>
            <a:r>
              <a:t>LoginServlet.java — authentication.</a:t>
            </a:r>
          </a:p>
          <a:p>
            <a:pPr>
              <a:spcAft>
                <a:spcPts val="800"/>
              </a:spcAft>
              <a:defRPr sz="1700"/>
            </a:pPr>
            <a:r>
              <a:t>RegisterServlet.java — registration.</a:t>
            </a:r>
          </a:p>
          <a:p>
            <a:pPr>
              <a:spcAft>
                <a:spcPts val="800"/>
              </a:spcAft>
              <a:defRPr sz="1700"/>
            </a:pPr>
            <a:r>
              <a:t>ProjectServlet.java — project/application processing.</a:t>
            </a:r>
          </a:p>
          <a:p>
            <a:pPr>
              <a:spcAft>
                <a:spcPts val="800"/>
              </a:spcAft>
              <a:defRPr sz="1700"/>
            </a:pPr>
            <a:r>
              <a:t>AdminServlet.java — admin processing.</a:t>
            </a:r>
          </a:p>
          <a:p>
            <a:pPr>
              <a:spcAft>
                <a:spcPts val="800"/>
              </a:spcAft>
              <a:defRPr sz="1700"/>
            </a:pPr>
            <a:r>
              <a:t>LogoutServlet.java — logout/session termination.</a:t>
            </a:r>
          </a:p>
          <a:p>
            <a:pPr>
              <a:spcAft>
                <a:spcPts val="800"/>
              </a:spcAft>
              <a:defRPr sz="1700"/>
            </a:pPr>
            <a:r>
              <a:t>WEB-INF/web.xml — web configuration.</a:t>
            </a:r>
          </a:p>
          <a:p>
            <a:pPr>
              <a:spcAft>
                <a:spcPts val="800"/>
              </a:spcAft>
              <a:defRPr sz="1700"/>
            </a:pPr>
            <a:r>
              <a:t>WEB-INF/classes — compiled Servlet classes.</a:t>
            </a:r>
          </a:p>
          <a:p>
            <a:pPr>
              <a:spcAft>
                <a:spcPts val="800"/>
              </a:spcAft>
              <a:defRPr sz="1700"/>
            </a:pPr>
            <a:r>
              <a:t>lib — Servlet API and MySQL Connector JARs.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